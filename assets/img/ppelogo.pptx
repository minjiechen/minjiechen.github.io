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8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5388-6864-3690-1E56-0327A2682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A8A66-DAED-DCC5-98AD-26ED33406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452D1-E0A2-9E86-C6B7-5CC6D1C2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6B62-54B9-19A8-1D40-DB3FD199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B40E1-10E0-70C8-6D08-EB4B1F08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7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BB63-6A8B-05C8-48BB-4D92272B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B584A-0391-F327-DE18-5FDE2D4A4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FDCB8-1816-445E-266D-8CB8697E8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99C98-1D94-0E42-EE8F-319A6110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F92B-F71E-46FC-D717-2A2D105A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7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4FBA-9C0D-C469-38F8-6B6EE4BF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E537-28CB-3533-D7CC-3FE45BC4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4AE3-BB2C-BC25-BE41-3F4888F8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9598-C8FD-3806-209F-6EAF879B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748AE-8A7E-9BE6-BE07-4AEE66CB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7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E1F6-9EF8-006C-D311-09724D664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CCAF-6832-F7DA-4F12-6D45A54C3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F569D-8235-AA8E-1172-2A2902EC1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FABE-F68F-6766-3114-6065C341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965E3-BD21-8C8C-6AC1-C91F4E1B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B0CA-D13B-BC9A-E54F-61520024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3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BD2D-D96D-9FF3-69DA-E2E43EF0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29F49-6B7C-7BC1-D83E-4291580C1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CD326-1BCC-FC9F-B214-167A31524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8D9AC-533C-078F-1F4C-D0E903017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67D64-7DAE-C438-7170-CF3D77C27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A5B6F-2233-E09D-DA93-E9BF912E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08A38-65E5-F651-C849-57903170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7BE9F-2158-1BDC-575C-3C3E3700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7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A71B-CC4A-22C2-E864-5373C29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16D88-CB5B-591A-9D64-0ABB74F5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92AD0-7EAD-DEC8-4F07-BC6626B0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5BCA4-6A0B-76C7-C3E3-7630D7748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4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2AEAB-CBD5-6A36-8FCA-C5543882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E8136-AD98-9A00-ABF9-E22EB92A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E6691-E663-9189-BC60-9476515B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CE79-C33F-CDA1-DAE5-F6E77370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4A20-FDA1-9C9C-3B40-6A468D518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82CCB-3C82-1FE9-654B-818E7F601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08DA-1415-B219-0816-AF66400F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2A31F-5498-8BF5-C0D4-0E2475E1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51ABD-EABE-C5B1-4497-D5961028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2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F9A7-3C30-7E6C-C8DD-0B0B34F5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846CF-D341-761F-76B7-F05D8D4FA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13695-E03C-DD51-BFED-A45DF7B41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3B1D0-44F8-30FF-1675-50A8C812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F8E50-0ED3-80CA-44D3-D759B78C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88604-6D12-91B2-96D2-AF80E8C1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3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DC30-D1CE-95AF-4897-73510DA5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8B39F-D383-12AF-AEBA-87BFE7D77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2DFEC-6234-A552-B413-726F3F30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C7DAB-55AA-A891-72C8-9D3553D3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D846A-89FC-FFE0-FCC3-57A225C4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973BF-A898-A6DA-84D7-02F9EB385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77A0D-F999-1EB0-BCFE-5A137D0A6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3DE9D-0D85-2305-65C6-B7B0FD3B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F1B66-7B4F-F81D-DC86-6966EEBB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F2D2-66CD-9938-33D0-72D13F1A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2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80A61-B8CA-9954-C714-FE18673E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1E974-C2DD-B7AB-E795-6703B4C47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A22D-0890-91C9-D1EF-F99A4AD37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1BF45-3AF7-F14E-ABAF-5531A03DF268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42FD7-49A0-C755-65B7-E3C22366C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2F55-5EAB-03F6-D267-4C4882470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650C1-0548-7845-A163-C9EC517DA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E4B9C4-651E-4605-96E7-DAC40609E1C3}"/>
              </a:ext>
            </a:extLst>
          </p:cNvPr>
          <p:cNvGrpSpPr/>
          <p:nvPr/>
        </p:nvGrpSpPr>
        <p:grpSpPr>
          <a:xfrm>
            <a:off x="2398988" y="2626475"/>
            <a:ext cx="7806932" cy="1699689"/>
            <a:chOff x="2398988" y="2626475"/>
            <a:chExt cx="7806932" cy="169968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ABCB43-235A-D82A-9BB4-5E8F32E0BF83}"/>
                </a:ext>
              </a:extLst>
            </p:cNvPr>
            <p:cNvSpPr txBox="1"/>
            <p:nvPr/>
          </p:nvSpPr>
          <p:spPr>
            <a:xfrm>
              <a:off x="4223942" y="2721114"/>
              <a:ext cx="204761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DIN Condensed" pitchFamily="2" charset="0"/>
                  <a:ea typeface="BM DoHyeon OTF" panose="020B0600000101010101" pitchFamily="34" charset="-127"/>
                </a:rPr>
                <a:t>PRINCETON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1A29D7-71CD-6926-16A7-9046DFF5B691}"/>
                </a:ext>
              </a:extLst>
            </p:cNvPr>
            <p:cNvSpPr txBox="1"/>
            <p:nvPr/>
          </p:nvSpPr>
          <p:spPr>
            <a:xfrm>
              <a:off x="4204469" y="3218168"/>
              <a:ext cx="6001451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F68025"/>
                  </a:solidFill>
                  <a:latin typeface="DIN Condensed" pitchFamily="2" charset="0"/>
                  <a:ea typeface="BM DoHyeon OTF" panose="020B0600000101010101" pitchFamily="34" charset="-127"/>
                </a:rPr>
                <a:t>POWER ELECTRONICS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592AAE-5B0B-375A-F54A-5F7B522BCF11}"/>
                </a:ext>
              </a:extLst>
            </p:cNvPr>
            <p:cNvCxnSpPr>
              <a:cxnSpLocks/>
            </p:cNvCxnSpPr>
            <p:nvPr/>
          </p:nvCxnSpPr>
          <p:spPr>
            <a:xfrm>
              <a:off x="3962400" y="2841797"/>
              <a:ext cx="0" cy="1219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58452D77-B84E-CA2E-70CB-EE4900D3B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1" t="16471" r="74051" b="14709"/>
            <a:stretch/>
          </p:blipFill>
          <p:spPr bwMode="auto">
            <a:xfrm>
              <a:off x="2398988" y="2626475"/>
              <a:ext cx="1301871" cy="1605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486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DIN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Minjie Chen</dc:creator>
  <cp:lastModifiedBy>Minjie Chen</cp:lastModifiedBy>
  <cp:revision>1</cp:revision>
  <dcterms:created xsi:type="dcterms:W3CDTF">2025-04-21T04:33:22Z</dcterms:created>
  <dcterms:modified xsi:type="dcterms:W3CDTF">2025-04-21T05:23:55Z</dcterms:modified>
</cp:coreProperties>
</file>